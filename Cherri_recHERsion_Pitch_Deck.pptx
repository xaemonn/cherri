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88E4A"/>
                </a:solidFill>
                <a:latin typeface="Arial"/>
              </a:defRPr>
            </a:pPr>
            <a:r>
              <a:t>RECHERSION 2026 HACKATHON · HEALTHCARE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CHERRI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44D56"/>
                </a:solidFill>
                <a:latin typeface="Arial"/>
              </a:defRPr>
            </a:pPr>
            <a:r>
              <a:t>Women's Health, Decoded.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E1DC"/>
                </a:solidFill>
                <a:latin typeface="Arial"/>
              </a:defRPr>
            </a:pPr>
            <a:r>
              <a:t>Turning everyday symptom logs into clinical evidence doctors can actually act on. Built for India with Hinglish voice AI, clinical PBAC scoring, and DPDP-grade privacy.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8E4A"/>
                </a:solidFill>
                <a:latin typeface="Arial"/>
              </a:defRPr>
            </a:pPr>
            <a:r>
              <a:t>Team Cherri · Full-Stack Monorepo (Next.js 16 + NestJS + Expo RN + PostgreSQL)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Why Today's Women's Health Tools Fail Women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Millions of women face chronic diagnostic delays and dismissive consultations.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1. The 'Doctor Blank' Problem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Average gynaecology visits last only 3–7 minutes.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Patients forget exact bleeding dates, pain levels, and symptom spikes.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Endometriosis takes 7–10 years to diagnose due to vague patient histories.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Doctors leave consultations with zero longitudinal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2. The 'Pink Calendar' Trap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Ordinary apps assume rigid 28-day cycles with simplistic rhythm methods.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No awareness of irregular cycles, PCOS, PMDD, or anaemia.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Lab reports (TSH, Ferritin, LH/FSH) remain intimidating medical jargon.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Generic advice that ignores Indian diets, climate, and lifestyle.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3. Privacy &amp; Medication Chaos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70%+ women take iron or thyroid pills incorrectly (e.g., with tea/milk).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Shared household devices cause intense anxiety over period notifications.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Severe lack of non-emergency guidance between clinical appointments.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Panic over contraceptive accidents and unguided Google searches.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Introducing Cherri: The Clinical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Bridging the communication gap between women and healthcare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011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I. Real Doctor Care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Two-way asynchronous consultation with verified doctors.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Auto-generated 1-page clinical snapshots with 90-day history.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Expiring QR share links with view-count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011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II. Clinical Rigor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Visual PBAC blood loss scoring (Higham 1990) for menorrhagia.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Instant AI Lab Decoder for CBC, Thyroid &amp; PCOS blood tests.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Validated screenings: Rotterdam (PCOS), NICE NG73, DSM-5.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2011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III. Safety &amp; Guardrails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Medicine &amp; Food Interaction Guardian with clash warnings.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Emergency Contraceptive Triage with live efficacy countdown.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Instant 'Quick Exit' screen shield with PIN disguise.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286000"/>
            <a:ext cx="2011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IV. India-Centric AI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Talk-to-Log in everyday spoken Hinglish via Whisper.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Bayesian cycle engine with confidence distributions.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Pattern Radar using Fisher's Exact Test (zero hallucination).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Two-Way Doctor Portal &amp; Non-Critical Care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Direct clinical connection with auto-attached health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How the Doctor Portal Works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Split-Screen Clinical View: Doctor sees full patient snapshot on the left, active messaging on the right.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Auto-Attached Clinical Evidence: Includes 90-day cycle history, abnormal blood labs, active medications, and PBAC score.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Structured Clinical Actions: Doctors can prescribe follow-up tests (CBC, Ultrasound) or recommend in-person visits.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Triage Inbox: Filtered by 'Awaiting Review', 'In Consultation', and 'Resolved' with clinical urgency tags.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Strict Emergency Trap: Prevents emergency delays; triggers immediate 112/108 alerts if red flag symptoms are typed.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EEEAE2"/>
          </a:solidFill>
          <a:ln w="1905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E4A"/>
                </a:solidFill>
                <a:latin typeface="Arial"/>
              </a:defRPr>
            </a:pPr>
            <a:r>
              <a:t>[ DROP SCREENSHOT HERE ]</a:t>
            </a:r>
            <a:br/>
            <a:r>
              <a:t>Doctor Portal Split View &amp; Patient Snapshot (/doctor)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CLINICAL OBJECTIVITY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PBAC Heavy Bleeding Meter &amp; Instant Lab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Turning vague symptom descriptions into standardized medical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Objective Medical Metrics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Visual Blood Loss (PBAC) Scoring: Uses Higham (1990) clinical standard—tracks light, medium, soaked pads, and clots.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Menorrhagia Benchmark: Automatically identifies heavy bleeding (&gt;100 pts or &gt;80 mL) to alert for fibroids or severe anaemia.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Instant Blood Report Decoder: Upload a photo or PDF of CBC, Thyroid, or Hormone tests; AI extracts all biomarkers in 5 seconds.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Plain-Language Guidance: Explains out-of-range values in context (e.g. 'Low Ferritin explains chronic fatigue').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HL7 / FHIR Standards: Exports PBAC and lab findings as valid FHIR Observation resources for EHR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EEEAE2"/>
          </a:solidFill>
          <a:ln w="1905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E4A"/>
                </a:solidFill>
                <a:latin typeface="Arial"/>
              </a:defRPr>
            </a:pPr>
            <a:r>
              <a:t>[ DROP SCREENSHOT HERE ]</a:t>
            </a:r>
            <a:br/>
            <a:r>
              <a:t>PBAC Pad/Clot Logger &amp; Decoded Blood Test Report (/log &amp; /labs)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SAFETY &amp; PRIVACY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Medicine Guardian, Emergency Triage &amp; Screen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Protecting health, preventing medication failures, and ensuring absolute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Smart Patient Safety Protections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Medicine Guardian: Detects critical drug/food clashes (e.g. Calcium blocking Iron absorption; Thyronorm fasting rules).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Missed-Pill Protocol: Guides users step-by-step through FSRH guidelines based on exact hours elapsed.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Emergency Contraceptive Radar: Hour-by-hour efficacy countdown (Levonorgestrel 72h, Ulipristal, Copper IUD) + auto 21-day test reminder.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Discreet Screen Shield: Tap 'Quick Exit' or press Esc twice to switch to a believable weather/notes cover in 15ms.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Privacy PIN Lock: 4-digit PIN locks health screens from shared family devices; tab title masks to 'Local Weather'.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EEEAE2"/>
          </a:solidFill>
          <a:ln w="1905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E4A"/>
                </a:solidFill>
                <a:latin typeface="Arial"/>
              </a:defRPr>
            </a:pPr>
            <a:r>
              <a:t>[ DROP SCREENSHOT HERE ]</a:t>
            </a:r>
            <a:br/>
            <a:r>
              <a:t>Medicine Clash Cards, EC Countdown &amp; Screen Shield (/meds, /ec, /w)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MATHEMATICAL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Talk-to-Log Hinglish AI &amp; Bayesian Cycle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Replacing algorithmic guesswork with probability distributions and statistics.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Hinglish AI &amp; Statistical Rigor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Talk-to-Log Speech AI: Speak naturally in everyday Hinglish ('Aaj bahut cramps hain 7/10 aur kamar dard') → extracts structured logs.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Bayesian Period Prediction: Calculates progressive confidence ('65% confident from 5 cycles') instead of a naive 28-day average.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Pattern Radar: Uses Fisher's Exact Test to detect symptom clustering across follicular, ovulatory, and luteal phases.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Zero AI Hallucination: Critical health warnings and pattern detection rely on pure statistical math and ACOG/FIGO rules.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Offline Fallback: Local regex engine takes over seamlessly if third-party AI APIs are unreachable.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EEEAE2"/>
          </a:solidFill>
          <a:ln w="1905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E4A"/>
                </a:solidFill>
                <a:latin typeface="Arial"/>
              </a:defRPr>
            </a:pPr>
            <a:r>
              <a:t>[ DROP SCREENSHOT HERE ]</a:t>
            </a:r>
            <a:br/>
            <a:r>
              <a:t>Cycle Wheel, Hinglish Voice Note &amp; Pattern Radar (/home &amp; /insights)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88E4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B22"/>
                </a:solidFill>
                <a:latin typeface="Arial"/>
              </a:defRPr>
            </a:pPr>
            <a:r>
              <a:t>Modern Monorepo Stack &amp; DPDP-Grade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964"/>
                </a:solidFill>
                <a:latin typeface="Arial"/>
              </a:defRPr>
            </a:pPr>
            <a:r>
              <a:t>Enterprise-grade, scalable, and built for strict healthcare privacy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Frontend &amp; Mobile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Web Portal: Next.js 16 (App Router), Tailwind CSS 4, Motion animations.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Mobile App: React Native 0.88, Expo SDK 58 (Expo Router).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Installable PWA: One-click home screen install on Android &amp; iOS without app store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Backend &amp;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API Engine: NestJS 11 with Prisma 6 ORM and PostgreSQL 16.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Multi-LLM Fallback: Groq (Whisper + LLaMA), Google Gemini Flash, OpenRouter.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Monorepo Architecture: Turborepo + pnpm with typed shared Zod schemas.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Security &amp; Compliance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AES-256-GCM Encryption: Doctor snapshots, private notes, and chat logs are encrypted at rest.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Auth Architecture: Argon2id password hashing + rotating JWT refresh tokens.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DPDP Act Ready: Full data export, explicit consent timestamps, and 1-click permanent data deletion.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88E4A"/>
                </a:solidFill>
                <a:latin typeface="Arial"/>
              </a:defRPr>
            </a:pPr>
            <a:r>
              <a:t>THE RECHERSION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Empowering Every Woman with Clinical Agency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3108960" cy="3474720"/>
          </a:xfrm>
          <a:prstGeom prst="roundRect">
            <a:avLst/>
          </a:prstGeom>
          <a:solidFill>
            <a:srgbClr val="26382E"/>
          </a:solidFill>
          <a:ln w="1270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2560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For the Patient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No more forgotten symptoms.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Dignity and clarity in 3-minute clinic visits.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Safe, judgment-free answers anytime.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Complete control over medical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560320"/>
            <a:ext cx="3108960" cy="3474720"/>
          </a:xfrm>
          <a:prstGeom prst="roundRect">
            <a:avLst/>
          </a:prstGeom>
          <a:solidFill>
            <a:srgbClr val="26382E"/>
          </a:solidFill>
          <a:ln w="1270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834640"/>
            <a:ext cx="2560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For the Doctor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Longitudinal 90-day clinical data.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Standardized PBAC &amp; lab values.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Less administrative friction.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Earlier diagnosis of PCOS &amp; Endometriosis.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108960" cy="3474720"/>
          </a:xfrm>
          <a:prstGeom prst="roundRect">
            <a:avLst/>
          </a:prstGeom>
          <a:solidFill>
            <a:srgbClr val="26382E"/>
          </a:solidFill>
          <a:ln w="12700">
            <a:solidFill>
              <a:srgbClr val="B8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2560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2B22"/>
                </a:solidFill>
                <a:latin typeface="Arial"/>
              </a:defRPr>
            </a:pPr>
            <a:r>
              <a:t>What's Next?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Apple Health &amp; Google Health Connect sync.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Prescription slip handwriting OCR.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Expansion to Tamil, Telugu &amp; Marathi voice.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  <a:latin typeface="Arial"/>
              </a:defRPr>
            </a:pPr>
            <a:r>
              <a:t>•  Integrated teleconsultation video bridge.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